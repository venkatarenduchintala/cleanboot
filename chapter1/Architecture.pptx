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3"/>
    <p:restoredTop sz="94652"/>
  </p:normalViewPr>
  <p:slideViewPr>
    <p:cSldViewPr snapToGrid="0">
      <p:cViewPr varScale="1">
        <p:scale>
          <a:sx n="102" d="100"/>
          <a:sy n="102" d="100"/>
        </p:scale>
        <p:origin x="208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43ABA-FD42-85AA-3EAB-910D2250B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A5213-A648-C43B-0DD2-D885D0062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F25B-423D-54ED-6AF3-3D7518CB1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E2F5-1370-8A4B-951B-108A331A228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D0C7F-EA4B-22E7-0B98-16BF109AA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98CDD-7EB9-AB6E-A46D-F38AC4E65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8BAF-7D5F-DC40-BC19-62451A397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1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BCA11-55E5-A780-8174-23D3E4B01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EB70C-9673-5618-246F-3E67B9EA4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62F3F-BC94-195D-6434-941BA31E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E2F5-1370-8A4B-951B-108A331A228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69F12-1C0C-112A-F06A-0595F441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86E95-E9E2-A33C-9194-089BEB9DE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8BAF-7D5F-DC40-BC19-62451A397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12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26F7-E4F1-4F60-8912-16619405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19581-C0B2-66F9-013B-65E542F3A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AF75F-572C-023D-8D66-CC2CC427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E2F5-1370-8A4B-951B-108A331A228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57DA9-8398-4F05-861A-1A3784C2A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BEE0F-ADD6-F194-6297-9EDA6022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8BAF-7D5F-DC40-BC19-62451A397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48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9FE28-AA30-5A8B-BF35-E93ED1947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077F-7B52-4876-F9F9-E30D960A4C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0D3331-78B5-D703-975E-1F7233C4B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97D735-2CED-4B35-AD6F-4A3A66657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E2F5-1370-8A4B-951B-108A331A2285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6DA7F-64E0-8ED4-2ABA-69093E0E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C2F889-8D98-1E97-2F1C-B121F5692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8BAF-7D5F-DC40-BC19-62451A397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25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02F04-D921-87CB-C468-A20354B8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04B30-EBDA-4E5B-811E-F948ACC7B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BA788-2EC9-DEF3-75E5-512B56C02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506DC2-F2FE-08E2-9B9F-AB7AF66EE1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37A1B5-632E-9053-5AC1-86761D01CE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8D1DD7-AA1B-48A3-D47B-E953B0E02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E2F5-1370-8A4B-951B-108A331A2285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64E9DA-218D-4038-8B4C-2DBA2FBF4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F13998-037B-B82C-4226-5AB3D7118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8BAF-7D5F-DC40-BC19-62451A397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281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D9AC0-E721-5A69-841B-E6822CBAD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07E7E1-90A0-5EC4-80CA-3106760C9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E2F5-1370-8A4B-951B-108A331A2285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B962EC-DD65-8D39-3E18-1770CCB99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72240-D504-9746-BBA6-F32EC0D43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8BAF-7D5F-DC40-BC19-62451A397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8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62AC6E-6137-6DCD-4C0D-0F5B67D19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E2F5-1370-8A4B-951B-108A331A2285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6FD4B-126E-90B1-92C7-7A8AAA25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2ED67-A805-2B35-4886-826F3765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8BAF-7D5F-DC40-BC19-62451A397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12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A8D7F-D649-7AC6-5688-A82675560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EB597-53E4-BBE3-0890-9D0DF8E57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BF7A7D-59D1-F15A-188F-1BD8089D1A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9644C-E4B3-BC27-3EF8-73CA75567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E2F5-1370-8A4B-951B-108A331A2285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3FE7E1-70D2-FC8D-A476-C528FB532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B555F-4EEE-82E8-B5E4-9521BCB1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8BAF-7D5F-DC40-BC19-62451A397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8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9FF5-3714-3E3C-45D0-910D54C3B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6D18EB-B5EA-3601-656C-DC7C3CBB4C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8B64F-87F7-4764-F801-794EC9A3B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68399-F8AF-1710-FD36-F3BCA15A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E2F5-1370-8A4B-951B-108A331A2285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3301A-D902-CF47-4F96-E83AE6C02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51DDA-D585-DDE2-FC43-8F648E8C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8BAF-7D5F-DC40-BC19-62451A397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1BFE-1840-FBB1-D5A0-980025DB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494700-07E8-DDF1-B624-74F6EDE8A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BBA5B-3D61-9169-EE3E-07E751688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E2F5-1370-8A4B-951B-108A331A228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5FF2D-9751-F93B-94CD-B62BD6CA8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02A98-56FB-312E-1978-32F2DECB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8BAF-7D5F-DC40-BC19-62451A397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00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1DEEF6-B53A-D3A9-109A-4B9887D960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18E731-09DF-0450-271E-B8BD4EB6E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6B781-EF9A-79B8-4059-972063A0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AE2F5-1370-8A4B-951B-108A331A228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5DF74-D177-B3A3-7B50-D211CA6F9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41-99CA-4992-0C9E-C19672A99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C8BAF-7D5F-DC40-BC19-62451A397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53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000DE2-FAC1-8D31-A188-73DE46D99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49BC6-4B53-3445-B209-D34F0B5CB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1B2F1-B78F-A1DE-0961-3B5D770136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8AE2F5-1370-8A4B-951B-108A331A2285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1253B-5CBF-DB9F-8FE1-CD3041B38F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ACE25-BA1E-F42B-2534-4972F0562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C8BAF-7D5F-DC40-BC19-62451A3971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10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xagon 3">
            <a:extLst>
              <a:ext uri="{FF2B5EF4-FFF2-40B4-BE49-F238E27FC236}">
                <a16:creationId xmlns:a16="http://schemas.microsoft.com/office/drawing/2014/main" id="{96C74857-F453-92CB-DE0C-1F4BB352B01D}"/>
              </a:ext>
            </a:extLst>
          </p:cNvPr>
          <p:cNvSpPr/>
          <p:nvPr/>
        </p:nvSpPr>
        <p:spPr>
          <a:xfrm>
            <a:off x="2602602" y="762000"/>
            <a:ext cx="6187440" cy="5334000"/>
          </a:xfrm>
          <a:prstGeom prst="hexagon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37B9306-180A-5D76-2D06-3388CC4920A3}"/>
              </a:ext>
            </a:extLst>
          </p:cNvPr>
          <p:cNvSpPr/>
          <p:nvPr/>
        </p:nvSpPr>
        <p:spPr>
          <a:xfrm>
            <a:off x="3547249" y="1258157"/>
            <a:ext cx="4329522" cy="4329522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1A8B257-71A4-B7C8-1533-945BCCB0CD21}"/>
              </a:ext>
            </a:extLst>
          </p:cNvPr>
          <p:cNvSpPr/>
          <p:nvPr/>
        </p:nvSpPr>
        <p:spPr>
          <a:xfrm>
            <a:off x="4425245" y="2159872"/>
            <a:ext cx="2538256" cy="25382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Functional Core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Immutable Domain Model + Pure Functions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935647-4ABE-2DB6-A9FE-7A8E302917F2}"/>
              </a:ext>
            </a:extLst>
          </p:cNvPr>
          <p:cNvSpPr txBox="1"/>
          <p:nvPr/>
        </p:nvSpPr>
        <p:spPr>
          <a:xfrm rot="17797876">
            <a:off x="2740043" y="1984731"/>
            <a:ext cx="1433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Driving Ports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25ED3-726F-2DDC-1BBC-21D6E3732B68}"/>
              </a:ext>
            </a:extLst>
          </p:cNvPr>
          <p:cNvSpPr txBox="1"/>
          <p:nvPr/>
        </p:nvSpPr>
        <p:spPr>
          <a:xfrm rot="14613969">
            <a:off x="2685666" y="4503577"/>
            <a:ext cx="1433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Driving Ports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3BE31-F3D4-80AE-C6C5-DB841034B58B}"/>
              </a:ext>
            </a:extLst>
          </p:cNvPr>
          <p:cNvSpPr txBox="1"/>
          <p:nvPr/>
        </p:nvSpPr>
        <p:spPr>
          <a:xfrm rot="17814409">
            <a:off x="7183602" y="4665862"/>
            <a:ext cx="1386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Driven Ports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A157F5-E363-BB2D-DC67-B2D3E29EAD59}"/>
              </a:ext>
            </a:extLst>
          </p:cNvPr>
          <p:cNvSpPr txBox="1"/>
          <p:nvPr/>
        </p:nvSpPr>
        <p:spPr>
          <a:xfrm rot="204012">
            <a:off x="3883209" y="1594117"/>
            <a:ext cx="3657600" cy="3657600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r>
              <a:rPr lang="en-US" b="1" dirty="0"/>
              <a:t>Use case implementations in the shell &amp; orchestration</a:t>
            </a:r>
          </a:p>
        </p:txBody>
      </p:sp>
      <p:sp>
        <p:nvSpPr>
          <p:cNvPr id="12" name="Can 11">
            <a:extLst>
              <a:ext uri="{FF2B5EF4-FFF2-40B4-BE49-F238E27FC236}">
                <a16:creationId xmlns:a16="http://schemas.microsoft.com/office/drawing/2014/main" id="{DE5CE695-2DDC-F8F6-2422-CCFBE4DF6A91}"/>
              </a:ext>
            </a:extLst>
          </p:cNvPr>
          <p:cNvSpPr/>
          <p:nvPr/>
        </p:nvSpPr>
        <p:spPr>
          <a:xfrm>
            <a:off x="9973474" y="4550831"/>
            <a:ext cx="1400175" cy="1674457"/>
          </a:xfrm>
          <a:prstGeom prst="ca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Database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7B91E6-B475-5B70-77AF-84D77497F2B5}"/>
              </a:ext>
            </a:extLst>
          </p:cNvPr>
          <p:cNvSpPr/>
          <p:nvPr/>
        </p:nvSpPr>
        <p:spPr>
          <a:xfrm rot="17784581">
            <a:off x="6951869" y="4633443"/>
            <a:ext cx="2981325" cy="5479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Adapter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F9BDA4-7648-0E3C-C994-C7BDC7281D60}"/>
              </a:ext>
            </a:extLst>
          </p:cNvPr>
          <p:cNvCxnSpPr>
            <a:stCxn id="14" idx="2"/>
            <a:endCxn id="12" idx="2"/>
          </p:cNvCxnSpPr>
          <p:nvPr/>
        </p:nvCxnSpPr>
        <p:spPr>
          <a:xfrm>
            <a:off x="8687901" y="5029258"/>
            <a:ext cx="1285573" cy="358802"/>
          </a:xfrm>
          <a:prstGeom prst="straightConnector1">
            <a:avLst/>
          </a:prstGeom>
          <a:ln w="603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52C47D2-1AED-FB58-4F41-B92204A41A64}"/>
              </a:ext>
            </a:extLst>
          </p:cNvPr>
          <p:cNvSpPr/>
          <p:nvPr/>
        </p:nvSpPr>
        <p:spPr>
          <a:xfrm rot="17789557">
            <a:off x="1463545" y="1676028"/>
            <a:ext cx="2981325" cy="5479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UI </a:t>
            </a:r>
            <a:r>
              <a:rPr lang="en-US" dirty="0">
                <a:solidFill>
                  <a:schemeClr val="tx1"/>
                </a:solidFill>
              </a:rPr>
              <a:t>Adapter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6936B87-31BB-C2C7-250C-ABDAF4EE8557}"/>
              </a:ext>
            </a:extLst>
          </p:cNvPr>
          <p:cNvSpPr/>
          <p:nvPr/>
        </p:nvSpPr>
        <p:spPr>
          <a:xfrm rot="14604610">
            <a:off x="1468329" y="4634480"/>
            <a:ext cx="2981325" cy="5479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REST Adapter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78321E-841F-37D2-D5E7-3CD637FBDF8F}"/>
              </a:ext>
            </a:extLst>
          </p:cNvPr>
          <p:cNvSpPr txBox="1"/>
          <p:nvPr/>
        </p:nvSpPr>
        <p:spPr>
          <a:xfrm rot="14554144">
            <a:off x="7321882" y="2003168"/>
            <a:ext cx="1309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Diven Ports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59A846-3065-519D-19DA-5DD7F0CF3AE0}"/>
              </a:ext>
            </a:extLst>
          </p:cNvPr>
          <p:cNvSpPr/>
          <p:nvPr/>
        </p:nvSpPr>
        <p:spPr>
          <a:xfrm>
            <a:off x="9017553" y="647700"/>
            <a:ext cx="469347" cy="4286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441B91-75FE-B10D-0FC6-8B527B95C4E9}"/>
              </a:ext>
            </a:extLst>
          </p:cNvPr>
          <p:cNvSpPr txBox="1"/>
          <p:nvPr/>
        </p:nvSpPr>
        <p:spPr>
          <a:xfrm>
            <a:off x="9486900" y="677346"/>
            <a:ext cx="2513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”Technology Free” Core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A915C1-9CFF-2A5C-E451-283A15F60D68}"/>
              </a:ext>
            </a:extLst>
          </p:cNvPr>
          <p:cNvSpPr/>
          <p:nvPr/>
        </p:nvSpPr>
        <p:spPr>
          <a:xfrm>
            <a:off x="9023947" y="1169836"/>
            <a:ext cx="469347" cy="42862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AF37F4-0EDB-19F3-A080-AB8B83D7EA32}"/>
              </a:ext>
            </a:extLst>
          </p:cNvPr>
          <p:cNvSpPr txBox="1"/>
          <p:nvPr/>
        </p:nvSpPr>
        <p:spPr>
          <a:xfrm>
            <a:off x="9493294" y="1199482"/>
            <a:ext cx="2280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Interface Description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49E37C-5A59-188B-17B0-48D81CAEE91E}"/>
              </a:ext>
            </a:extLst>
          </p:cNvPr>
          <p:cNvSpPr/>
          <p:nvPr/>
        </p:nvSpPr>
        <p:spPr>
          <a:xfrm>
            <a:off x="9023947" y="1721618"/>
            <a:ext cx="469347" cy="6759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776F42-8F69-C211-0E7B-54067202A3B1}"/>
              </a:ext>
            </a:extLst>
          </p:cNvPr>
          <p:cNvSpPr txBox="1"/>
          <p:nvPr/>
        </p:nvSpPr>
        <p:spPr>
          <a:xfrm>
            <a:off x="9493294" y="1751264"/>
            <a:ext cx="2435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Technology dependent</a:t>
            </a:r>
            <a:br>
              <a:rPr lang="en-US" dirty="0"/>
            </a:br>
            <a:r>
              <a:rPr lang="en-US" dirty="0"/>
              <a:t>I/O Implementation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0E5F48E-145C-0D98-B876-6142E854EAF9}"/>
              </a:ext>
            </a:extLst>
          </p:cNvPr>
          <p:cNvCxnSpPr>
            <a:cxnSpLocks/>
            <a:stCxn id="18" idx="0"/>
          </p:cNvCxnSpPr>
          <p:nvPr/>
        </p:nvCxnSpPr>
        <p:spPr>
          <a:xfrm flipH="1">
            <a:off x="1428750" y="5031066"/>
            <a:ext cx="1285256" cy="472403"/>
          </a:xfrm>
          <a:prstGeom prst="straightConnector1">
            <a:avLst/>
          </a:prstGeom>
          <a:ln w="603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Graphic 32" descr="Server with solid fill">
            <a:extLst>
              <a:ext uri="{FF2B5EF4-FFF2-40B4-BE49-F238E27FC236}">
                <a16:creationId xmlns:a16="http://schemas.microsoft.com/office/drawing/2014/main" id="{6083E89C-4355-F91D-8767-D7D5DF9C6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" y="4825637"/>
            <a:ext cx="1495208" cy="149520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60DB472-AA96-9B36-00E9-CC8CBDD00689}"/>
              </a:ext>
            </a:extLst>
          </p:cNvPr>
          <p:cNvSpPr txBox="1"/>
          <p:nvPr/>
        </p:nvSpPr>
        <p:spPr>
          <a:xfrm rot="20366246">
            <a:off x="1539865" y="5299409"/>
            <a:ext cx="1370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Requests to</a:t>
            </a:r>
            <a:br>
              <a:rPr lang="en-US" dirty="0"/>
            </a:br>
            <a:r>
              <a:rPr lang="en-US" dirty="0"/>
              <a:t>our system</a:t>
            </a:r>
          </a:p>
        </p:txBody>
      </p:sp>
      <p:pic>
        <p:nvPicPr>
          <p:cNvPr id="36" name="Graphic 35" descr="Browser window with solid fill">
            <a:extLst>
              <a:ext uri="{FF2B5EF4-FFF2-40B4-BE49-F238E27FC236}">
                <a16:creationId xmlns:a16="http://schemas.microsoft.com/office/drawing/2014/main" id="{26CD42AB-9BF6-1C1D-A631-7E1F72EE6A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9377" y="418206"/>
            <a:ext cx="1562551" cy="1562551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EBA66F8-B799-14A2-4946-8A4BCA31325A}"/>
              </a:ext>
            </a:extLst>
          </p:cNvPr>
          <p:cNvCxnSpPr>
            <a:cxnSpLocks/>
            <a:stCxn id="36" idx="3"/>
            <a:endCxn id="17" idx="0"/>
          </p:cNvCxnSpPr>
          <p:nvPr/>
        </p:nvCxnSpPr>
        <p:spPr>
          <a:xfrm>
            <a:off x="1751928" y="1199482"/>
            <a:ext cx="957087" cy="628297"/>
          </a:xfrm>
          <a:prstGeom prst="straightConnector1">
            <a:avLst/>
          </a:prstGeom>
          <a:ln w="603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8E5383F-DCE5-3255-58B9-E94AC4CB1B72}"/>
              </a:ext>
            </a:extLst>
          </p:cNvPr>
          <p:cNvSpPr txBox="1"/>
          <p:nvPr/>
        </p:nvSpPr>
        <p:spPr>
          <a:xfrm rot="955585">
            <a:off x="8528880" y="5328200"/>
            <a:ext cx="14815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Queries from</a:t>
            </a:r>
            <a:br>
              <a:rPr lang="en-US" dirty="0"/>
            </a:br>
            <a:r>
              <a:rPr lang="en-US" dirty="0"/>
              <a:t>out system</a:t>
            </a:r>
          </a:p>
        </p:txBody>
      </p:sp>
    </p:spTree>
    <p:extLst>
      <p:ext uri="{BB962C8B-B14F-4D97-AF65-F5344CB8AC3E}">
        <p14:creationId xmlns:p14="http://schemas.microsoft.com/office/powerpoint/2010/main" val="552446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55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Heinrich Peter (heip)</dc:creator>
  <cp:lastModifiedBy>Heinrich Peter (heip)</cp:lastModifiedBy>
  <cp:revision>2</cp:revision>
  <dcterms:created xsi:type="dcterms:W3CDTF">2026-01-07T13:26:24Z</dcterms:created>
  <dcterms:modified xsi:type="dcterms:W3CDTF">2026-01-07T14:31:08Z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2026-01-07T13:54:15Z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c6c05f17-cd98-471d-88a8-67a9d840887a</vt:lpwstr>
  </property>
  <property fmtid="{D5CDD505-2E9C-101B-9397-08002B2CF9AE}" pid="8" name="MSIP_Label_10d9bad3-6dac-4e9a-89a3-89f3b8d247b2_ContentBits">
    <vt:lpwstr>0</vt:lpwstr>
  </property>
  <property fmtid="{D5CDD505-2E9C-101B-9397-08002B2CF9AE}" pid="9" name="MSIP_Label_10d9bad3-6dac-4e9a-89a3-89f3b8d247b2_Tag">
    <vt:lpwstr>50, 3, 0, 1</vt:lpwstr>
  </property>
</Properties>
</file>